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972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10972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10972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Observability with OpenTelemetry on OpenShift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[Speaker name]  ·  [Conference /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Unified Observability?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today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 per signal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for each layer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IDs don't reach the logs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bombs in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pauses you only see post-mortem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promises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vendor-neutral protocol (OTLP)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Auto-instrumentation across libraries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Cross-signal correlation by trace_id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processing in the Collector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semantic conventions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prove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signals, one trace_id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is taming, not magic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 keeps the interesting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choice has visible operational shape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agent vs SDK is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Demos, Live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demo runs end-to-end on a single laptop. Code on GitHub.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flows across traces, metrics, logs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82296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93976"/>
            <a:ext cx="73152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939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0939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Cardinality Bomb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0939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labels explode and what to do about 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70632"/>
            <a:ext cx="82296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70632"/>
            <a:ext cx="73152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7063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77063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7706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what's interesting, discard the rest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47288"/>
            <a:ext cx="82296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447288"/>
            <a:ext cx="73152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4728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4472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Metrics &amp; GC Stories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4472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Shenandoah, G1, ZGC: each has visible shape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23944"/>
            <a:ext cx="82296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123944"/>
            <a:ext cx="73152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2394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41239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 Cold Start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4123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25 AOT cache vs OTel agent: real numbers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Signals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9748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97480" cy="2926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chains across services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→ User Service → DB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bottleneck, see latency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is essential at scale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974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1645920"/>
            <a:ext cx="2697480" cy="2926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time-series counters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http_requests_total{status=200}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store, easy to alert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bombs are real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26480" y="1645920"/>
            <a:ext cx="2697480" cy="2926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events with context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 HikariPool started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fidelity, lowest skill bar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explodes; storage costs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OpenTelemetry: The Unification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protocol. One SDK. Three signals — preserved, correlated, vendor-neutral.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554480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4 / JDK 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246888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1828800"/>
            <a:ext cx="155448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 ·  SDK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246888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1828800"/>
            <a:ext cx="14630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http/protobuf 4318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46888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18288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· Filter · Route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46888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46720" y="1828800"/>
            <a:ext cx="914400" cy="1371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 · Mimir · Loki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protocol that matters, not the library used.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(Nov 2025) ships a native OpenTelemetry SDK starter — no agent required.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stack across all 5 demos. One Grafana, three signal backends.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storage backend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Prometheus-compatible TSDB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 engine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3246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UI for all three signals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ingest, processing, routing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463040"/>
            <a:ext cx="2560320" cy="3017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UI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endpoint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localhost:443XX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grafana/otel-lgtm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trace_id should appear in every signal it touches.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service emits all three signals via OTel agent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include trace_id and span_id via Logback MDC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carry trace exemplars linking to a sample span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→ Tempo → Logs jump works in one click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DEMO 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demo-01-three-signals &amp;&amp; ./demo.sh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terminal · run the demo · come back when done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Demo 01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a feature you build into the platform — not a query you run.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is more valuable when it shares context with the others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is the universal join key across traces, metrics, and logs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agent or SDK both work; agents trade overhead for zero code change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Collector is where you decide what survives the trip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Cardinality Bomb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label looks free. It isn't.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label combination is a separate time series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as a label = unbounded series count = OOM the TSDB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service emit ~100 series, then ~10,000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Collector's transform processor stripping high-card labels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DEMO 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demo-02-cardinality &amp;&amp; ./demo.sh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terminal · run the demo · come back when done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Demo 02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is the ops cost of metrics. Budget it like compute.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User-supplied values (user_id, request_id) belong in traces, not metric labels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continuous values (latency → quantile) before exporting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Collector's transform/filter processors to enforce limits at the edge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alerts on series count growth — catch the bomb before the OOM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sampling is cheap. Tail sampling is correct.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sampling: decide at trace start (no context yet)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sampling: decide after the trace completes (full context)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slow requests at 100%, fast successful ones at 1%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the Collector's tail_sampling processor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DEMO 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demo-03-tail-sampling &amp;&amp; ./demo.sh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terminal · run the demo · come back when done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Demo 03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for what's interesting, not what's typical.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 needs the full trace in memory before it can decide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 status, and route are the most useful sampling axes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rate per-policy is independent — keep all errors, 5% of OK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tail sampling adds 30-60s latency before traces appear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Metrics &amp; GC Stories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garbage collector has a fingerprint.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Heap, GC pauses, thread count — all visible via Micrometer + OTel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GC sweeps: Shenandoah, G1, ZGC under matching load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Pause-time profiles look distinct on a dashboard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metric names match OTel semantic conventions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DEMO 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demo-04-jvm-metrics-shenandoah &amp;&amp; ./demo.sh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terminal · run the demo · come back when done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Demo 04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choice is an operational shape choice, not a tuning afterthought.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Shenandoah and ZGC keep pauses under 10ms even on multi-GB heaps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trades occasional 50-100ms pauses for higher throughput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your service: which pause profile fits SLO budget?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JDK 21+ on UBI, Shenandoah is one flag away: -XX:+UseShenandoahGC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 Cold Start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cold-start problem.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5603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Java is slow to start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Classloading: parse, verify, link bytecode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warmup: profile, recompile hot paths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init: bean discovery, autoconfig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JPA: schema gen, entity scan, proxy gen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bytecode rewriting at startup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023360" cy="25603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Leyden's promise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24+: pre-link classes (JEP 483)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25: AOT cache (JEP 514) - production-ready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AOT: pre-compute bean factory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repository AOT: parse queries at build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compose into shorter cold start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 Cache Pipeline (JDK 25 + Spring Boot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one Containerfile, ~120 MB cache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920240" cy="1920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package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fat JAR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554480"/>
            <a:ext cx="19202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14600" y="2011680"/>
            <a:ext cx="1920240" cy="1920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103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-Djarmode=tools extract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layout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55448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Cache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011680"/>
            <a:ext cx="1920240" cy="1920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103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-XX:AOTCacheOutput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-Dspring.context.exit=onRefresh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write 120MB cache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1554480"/>
            <a:ext cx="19202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Runtime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011680"/>
            <a:ext cx="1920240" cy="1920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103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-XX:AOTCache=app.aot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cache, fast boot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Piotr Minkowski's Spring Boot + Project Leyden writeup (Mar 2026)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DEMO 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demo-05-aot-coldstart &amp;&amp; ./demo.sh time-all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terminal · run the demo · come back when done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Cold-Start Cost of Telemetry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JDK 25, JPA-heavy app, median of 3 cold starts each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telemetry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JDK 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8.2 s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5.3 s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 s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AOT cache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7.4 s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4.4 s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3.9 s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260604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65760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023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s — runtime instrumentation cost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3657600"/>
            <a:ext cx="260604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3246120" y="3657600"/>
            <a:ext cx="2606040" cy="5486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tax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4023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 — ~5x cheaper than agent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3657600"/>
            <a:ext cx="260604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0" y="36576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 savings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4023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ms — regardless of telemetry mode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tax doesn't amortize on cold scale.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services? </a:t>
            </a:r>
            <a:pPr algn="ctr"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tax disappears in 5 minutes. Use the agent.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/ scale-from-zero? </a:t>
            </a:r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3.5s is your entire startup budget. Use the SDK starter.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telemetry to your workload's startup sensitivity.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Take Home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a feature, not a query.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trace_id propagation into your platform. Across signals, across services, across processes. Without it, every observability question becomes archaeology.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is an ops cost. Budget it.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IDs go in traces. Latency goes in histograms. Continuous values get bucketed. The Collector is where you enforce the budget at the edge — not the TSDB at 3am.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3611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telemetry to workload sensitivity.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agent for long-running services where the 3.5s tax amortizes. SDK starter for cold-scale and serverless. The two are tools, not opposing camps.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talk's code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0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github.com/patterncatalyst/otel-observability-demos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opentelemetry.io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OTel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spring.io/blog/2025/11/18/opentelemetry-with-spring-boot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Leyden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openjdk.org/projects/leyden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LGTM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github.com/grafana/docker-otel-lgtm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4023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github.com/open-telemetry/opentelemetry-collector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9144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9144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91440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[Speaker]  ·  [Twitter/X · GitHub · email]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Shenandoah is one flag away on UBI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develops &amp; maintains Shenandoah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since JDK 21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Sub-10ms pauses on multi-GB heaps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UBI9 OpenJDK 21 — already there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GC on UBI9 is G1 (verified)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with one JVM flag, no rebuild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Shenandoah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-XX:+UseShenandoahGC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G1 (default)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-XX:+UseG1GC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ZGC (low-pause alt)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-XX:+UseZGC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on your laptop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Prereqs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 43+ / Ubuntu 24+, podman 5.x, JDK 25 (Temurin)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github.com/patterncatalyst/otel-observability-demos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otel-observability-demos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any demo end-to-end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demo-01-three-signals &amp;&amp; ./demo.sh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demo-02-cardinality &amp;&amp; ./demo.sh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demo-03-tail-sampling &amp;&amp; ./demo.sh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demo-04-jvm-metrics-shenandoah &amp;&amp; ./demo.sh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headline: 6-way cold start comparison (~6 minutes)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demo-05-aot-coldstart &amp;&amp; ./demo.sh time-all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Signals, One Story</dc:title>
  <dc:subject>PptxGenJS Presentation</dc:subject>
  <dc:creator>OTel Observability Demos</dc:creator>
  <cp:lastModifiedBy>OTel Observability Demos</cp:lastModifiedBy>
  <cp:revision>1</cp:revision>
  <dcterms:created xsi:type="dcterms:W3CDTF">2026-04-30T06:27:59Z</dcterms:created>
  <dcterms:modified xsi:type="dcterms:W3CDTF">2026-04-30T06:27:59Z</dcterms:modified>
</cp:coreProperties>
</file>